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3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20"/>
  </p:normalViewPr>
  <p:slideViewPr>
    <p:cSldViewPr snapToGrid="0" snapToObjects="1">
      <p:cViewPr>
        <p:scale>
          <a:sx n="114" d="100"/>
          <a:sy n="114" d="100"/>
        </p:scale>
        <p:origin x="1352" y="4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digital_photograph_features_a_blank_product_pack.png"/>
          <p:cNvPicPr>
            <a:picLocks noChangeAspect="1"/>
          </p:cNvPicPr>
          <p:nvPr/>
        </p:nvPicPr>
        <p:blipFill>
          <a:blip r:embed="rId2"/>
          <a:srcRect l="11163" t="12672" r="11667" b="12557"/>
          <a:stretch>
            <a:fillRect/>
          </a:stretch>
        </p:blipFill>
        <p:spPr>
          <a:xfrm flipH="1">
            <a:off x="1066723" y="695195"/>
            <a:ext cx="7056403" cy="4102273"/>
          </a:xfrm>
          <a:prstGeom prst="rect">
            <a:avLst/>
          </a:prstGeom>
        </p:spPr>
      </p:pic>
      <p:pic>
        <p:nvPicPr>
          <p:cNvPr id="4" name="תמונה 3" descr="תמונה שמכילה גופן, גרפיקה, לוגו, ירוק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08C975C-E49B-C867-37F0-AD118464C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810" y="891252"/>
            <a:ext cx="1194354" cy="715300"/>
          </a:xfrm>
          <a:prstGeom prst="rect">
            <a:avLst/>
          </a:prstGeom>
        </p:spPr>
      </p:pic>
      <p:sp>
        <p:nvSpPr>
          <p:cNvPr id="5" name="אליפסה 4">
            <a:extLst>
              <a:ext uri="{FF2B5EF4-FFF2-40B4-BE49-F238E27FC236}">
                <a16:creationId xmlns:a16="http://schemas.microsoft.com/office/drawing/2014/main" id="{EC7365A6-EE63-7A85-120E-53FAEC107361}"/>
              </a:ext>
            </a:extLst>
          </p:cNvPr>
          <p:cNvSpPr/>
          <p:nvPr/>
        </p:nvSpPr>
        <p:spPr>
          <a:xfrm>
            <a:off x="1286557" y="3398420"/>
            <a:ext cx="1194354" cy="1194354"/>
          </a:xfrm>
          <a:prstGeom prst="ellipse">
            <a:avLst/>
          </a:prstGeom>
          <a:solidFill>
            <a:schemeClr val="bg1"/>
          </a:solidFill>
          <a:ln w="57150">
            <a:solidFill>
              <a:srgbClr val="10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457200" rtl="1" eaLnBrk="1" latinLnBrk="0" hangingPunct="1"/>
            <a:endParaRPr lang="he-IL" dirty="0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3F3D5AA7-205A-F7B9-7DEC-8102D6777C12}"/>
              </a:ext>
            </a:extLst>
          </p:cNvPr>
          <p:cNvSpPr txBox="1"/>
          <p:nvPr/>
        </p:nvSpPr>
        <p:spPr>
          <a:xfrm>
            <a:off x="1584758" y="3541626"/>
            <a:ext cx="7118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457200" rtl="0" eaLnBrk="1" latinLnBrk="0" hangingPunct="1"/>
            <a:endParaRPr lang="he-IL" sz="1100" dirty="0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9E3A3F4B-DA64-86F5-A0E6-9E97BDE56D5B}"/>
              </a:ext>
            </a:extLst>
          </p:cNvPr>
          <p:cNvSpPr txBox="1"/>
          <p:nvPr/>
        </p:nvSpPr>
        <p:spPr>
          <a:xfrm>
            <a:off x="1378712" y="3469569"/>
            <a:ext cx="101004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457200" rtl="1" eaLnBrk="1" latinLnBrk="0" hangingPunct="1"/>
            <a:r>
              <a:rPr lang="he-IL" sz="1600" dirty="0">
                <a:solidFill>
                  <a:srgbClr val="505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גודל דף</a:t>
            </a:r>
            <a:endParaRPr lang="en-US" sz="1600" dirty="0">
              <a:solidFill>
                <a:srgbClr val="102337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algn="ctr" defTabSz="457200" rtl="1" eaLnBrk="1" latinLnBrk="0" hangingPunct="1"/>
            <a:r>
              <a:rPr lang="en-US" sz="1600" dirty="0">
                <a:solidFill>
                  <a:srgbClr val="505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35x20</a:t>
            </a:r>
            <a:endParaRPr lang="he-IL" sz="1600" dirty="0">
              <a:solidFill>
                <a:srgbClr val="102337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algn="ctr" defTabSz="457200" rtl="1" eaLnBrk="1" latinLnBrk="0" hangingPunct="1"/>
            <a:r>
              <a:rPr lang="he-IL" sz="1600" dirty="0">
                <a:solidFill>
                  <a:srgbClr val="505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כ-240 מטליות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655BB930-1424-1302-C245-50893BE24100}"/>
              </a:ext>
            </a:extLst>
          </p:cNvPr>
          <p:cNvSpPr txBox="1"/>
          <p:nvPr/>
        </p:nvSpPr>
        <p:spPr>
          <a:xfrm>
            <a:off x="3182915" y="1635513"/>
            <a:ext cx="4718643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r" defTabSz="241200" rtl="1" eaLnBrk="1" latinLnBrk="0" hangingPunct="1"/>
            <a:r>
              <a:rPr lang="he-IL" sz="2800" dirty="0">
                <a:solidFill>
                  <a:srgbClr val="505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מטליות לחות גדולות במיוחד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D0CB46C8-D9EA-5262-8217-C2716C5C7DBD}"/>
              </a:ext>
            </a:extLst>
          </p:cNvPr>
          <p:cNvSpPr txBox="1"/>
          <p:nvPr/>
        </p:nvSpPr>
        <p:spPr>
          <a:xfrm>
            <a:off x="5953452" y="2010342"/>
            <a:ext cx="194810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r" defTabSz="241200" rtl="1" eaLnBrk="1" latinLnBrk="0" hangingPunct="1"/>
            <a:r>
              <a:rPr lang="he-IL" sz="2400" dirty="0">
                <a:solidFill>
                  <a:srgbClr val="505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לניקוי כללי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4707FF02-D34E-24CA-A2D2-4B57F72446B8}"/>
              </a:ext>
            </a:extLst>
          </p:cNvPr>
          <p:cNvSpPr txBox="1"/>
          <p:nvPr/>
        </p:nvSpPr>
        <p:spPr>
          <a:xfrm>
            <a:off x="6967959" y="3995596"/>
            <a:ext cx="96463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b="1" dirty="0">
                <a:solidFill>
                  <a:srgbClr val="505050"/>
                </a:solidFill>
              </a:rPr>
              <a:t>אזהרה: </a:t>
            </a: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BA8675C2-30DE-DBFA-8EE9-E1A2D35FECF2}"/>
              </a:ext>
            </a:extLst>
          </p:cNvPr>
          <p:cNvSpPr txBox="1"/>
          <p:nvPr/>
        </p:nvSpPr>
        <p:spPr>
          <a:xfrm>
            <a:off x="5810491" y="4311334"/>
            <a:ext cx="2156823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171450" indent="-171450" algn="r" defTabSz="457200" rtl="1" eaLnBrk="1" latinLnBrk="0" hangingPunct="1">
              <a:buFont typeface="Arial" panose="020B0604020202020204" pitchFamily="34" charset="0"/>
              <a:buChar char="•"/>
            </a:pPr>
            <a:r>
              <a:rPr lang="he-IL" sz="1100" dirty="0">
                <a:solidFill>
                  <a:srgbClr val="505050"/>
                </a:solidFill>
              </a:rPr>
              <a:t>אסור לשימוש כמגבון תינוקות</a:t>
            </a:r>
          </a:p>
          <a:p>
            <a:pPr marL="171450" indent="-171450" algn="r" defTabSz="457200" rtl="1" eaLnBrk="1" latinLnBrk="0" hangingPunct="1">
              <a:buFont typeface="Arial" panose="020B0604020202020204" pitchFamily="34" charset="0"/>
              <a:buChar char="•"/>
            </a:pPr>
            <a:r>
              <a:rPr lang="he-IL" sz="1100" dirty="0">
                <a:solidFill>
                  <a:srgbClr val="505050"/>
                </a:solidFill>
              </a:rPr>
              <a:t>יש להרחיק מהישג ידם של ילדים</a:t>
            </a: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B7AD5FAC-011F-F07E-3EF8-B67ECDA66A4A}"/>
              </a:ext>
            </a:extLst>
          </p:cNvPr>
          <p:cNvSpPr txBox="1"/>
          <p:nvPr/>
        </p:nvSpPr>
        <p:spPr>
          <a:xfrm>
            <a:off x="4369443" y="4311334"/>
            <a:ext cx="1483526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171450" indent="-171450" algn="r" defTabSz="457200" rtl="1" eaLnBrk="1" latinLnBrk="0" hangingPunct="1">
              <a:buFont typeface="Arial" panose="020B0604020202020204" pitchFamily="34" charset="0"/>
              <a:buChar char="•"/>
            </a:pPr>
            <a:r>
              <a:rPr lang="he-IL" sz="1100" dirty="0">
                <a:solidFill>
                  <a:srgbClr val="505050"/>
                </a:solidFill>
              </a:rPr>
              <a:t>חומר פעיל</a:t>
            </a:r>
            <a:r>
              <a:rPr lang="en-US" sz="1100" dirty="0">
                <a:solidFill>
                  <a:srgbClr val="505050"/>
                </a:solidFill>
              </a:rPr>
              <a:t> </a:t>
            </a:r>
            <a:r>
              <a:rPr lang="he-IL" sz="1100" dirty="0">
                <a:solidFill>
                  <a:srgbClr val="505050"/>
                </a:solidFill>
              </a:rPr>
              <a:t>אנטיספטי</a:t>
            </a:r>
          </a:p>
          <a:p>
            <a:pPr marL="171450" indent="-171450" algn="r" defTabSz="457200" rtl="1" eaLnBrk="1" latinLnBrk="0" hangingPunct="1">
              <a:buFont typeface="Arial" panose="020B0604020202020204" pitchFamily="34" charset="0"/>
              <a:buChar char="•"/>
            </a:pPr>
            <a:r>
              <a:rPr lang="he-IL" sz="1100" dirty="0">
                <a:solidFill>
                  <a:srgbClr val="505050"/>
                </a:solidFill>
              </a:rPr>
              <a:t>אינו מותיר סימנים</a:t>
            </a:r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B26D5210-9275-9856-3157-F1624FAF3EAC}"/>
              </a:ext>
            </a:extLst>
          </p:cNvPr>
          <p:cNvSpPr txBox="1"/>
          <p:nvPr/>
        </p:nvSpPr>
        <p:spPr>
          <a:xfrm>
            <a:off x="2928395" y="4311333"/>
            <a:ext cx="1483526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171450" indent="-171450" algn="r" defTabSz="457200" rtl="1" eaLnBrk="1" latinLnBrk="0" hangingPunct="1">
              <a:buFont typeface="Arial" panose="020B0604020202020204" pitchFamily="34" charset="0"/>
              <a:buChar char="•"/>
            </a:pPr>
            <a:r>
              <a:rPr lang="he-IL" sz="1100" dirty="0">
                <a:solidFill>
                  <a:srgbClr val="505050"/>
                </a:solidFill>
              </a:rPr>
              <a:t>לא מזיק לידיים</a:t>
            </a:r>
          </a:p>
          <a:p>
            <a:pPr marL="171450" indent="-171450" algn="r" defTabSz="457200" rtl="1" eaLnBrk="1" latinLnBrk="0" hangingPunct="1">
              <a:buFont typeface="Arial" panose="020B0604020202020204" pitchFamily="34" charset="0"/>
              <a:buChar char="•"/>
            </a:pPr>
            <a:r>
              <a:rPr lang="he-IL" sz="1100" dirty="0">
                <a:solidFill>
                  <a:srgbClr val="505050"/>
                </a:solidFill>
              </a:rPr>
              <a:t>ייבוש מהיר</a:t>
            </a: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A0C94AD8-3F93-565E-FD71-482035C6043F}"/>
              </a:ext>
            </a:extLst>
          </p:cNvPr>
          <p:cNvSpPr txBox="1"/>
          <p:nvPr/>
        </p:nvSpPr>
        <p:spPr>
          <a:xfrm>
            <a:off x="4915551" y="2304817"/>
            <a:ext cx="298600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r" defTabSz="241200" rtl="1" eaLnBrk="1" latinLnBrk="0" hangingPunct="1"/>
            <a:r>
              <a:rPr lang="he-IL" dirty="0">
                <a:solidFill>
                  <a:srgbClr val="505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בד ויסקוזה מבושם | עם תלישה</a:t>
            </a:r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AEC55895-9C76-C91D-84CD-0CB2CBC8AFF7}"/>
              </a:ext>
            </a:extLst>
          </p:cNvPr>
          <p:cNvSpPr txBox="1"/>
          <p:nvPr/>
        </p:nvSpPr>
        <p:spPr>
          <a:xfrm>
            <a:off x="4572000" y="3420712"/>
            <a:ext cx="3505273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r" defTabSz="241200" rtl="1" eaLnBrk="1" latinLnBrk="0" hangingPunct="1"/>
            <a:r>
              <a:rPr lang="he-IL" sz="1400" dirty="0">
                <a:solidFill>
                  <a:srgbClr val="505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אהרוני שיווק והפצה | 03-634-6236</a:t>
            </a:r>
            <a:br>
              <a:rPr lang="en-US" sz="1400" dirty="0">
                <a:solidFill>
                  <a:srgbClr val="102337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sz="1400" dirty="0">
                <a:solidFill>
                  <a:srgbClr val="505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יצרן ח.פ ‎: 515228575</a:t>
            </a:r>
            <a:br>
              <a:rPr lang="en-US" sz="1400" dirty="0">
                <a:solidFill>
                  <a:srgbClr val="102337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he-IL" sz="1400" dirty="0">
              <a:solidFill>
                <a:srgbClr val="102337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54</Words>
  <Application>Microsoft Macintosh PowerPoint</Application>
  <PresentationFormat>מותאם אישית</PresentationFormat>
  <Paragraphs>14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Aharoni</vt:lpstr>
      <vt:lpstr>Arial</vt:lpstr>
      <vt:lpstr>Calibri</vt:lpstr>
      <vt:lpstr>Office Theme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roei aharoni</cp:lastModifiedBy>
  <cp:revision>8</cp:revision>
  <dcterms:created xsi:type="dcterms:W3CDTF">2013-01-27T09:14:16Z</dcterms:created>
  <dcterms:modified xsi:type="dcterms:W3CDTF">2025-12-07T13:30:57Z</dcterms:modified>
  <cp:category/>
</cp:coreProperties>
</file>